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  <p:sldMasterId id="2147483651" r:id="rId3"/>
    <p:sldMasterId id="2147483663" r:id="rId4"/>
    <p:sldMasterId id="2147483665" r:id="rId5"/>
  </p:sldMasterIdLst>
  <p:notesMasterIdLst>
    <p:notesMasterId r:id="rId7"/>
  </p:notesMasterIdLst>
  <p:handoutMasterIdLst>
    <p:handoutMasterId r:id="rId14"/>
  </p:handoutMasterIdLst>
  <p:sldIdLst>
    <p:sldId id="381" r:id="rId6"/>
    <p:sldId id="433" r:id="rId8"/>
    <p:sldId id="435" r:id="rId9"/>
    <p:sldId id="438" r:id="rId10"/>
    <p:sldId id="441" r:id="rId11"/>
    <p:sldId id="1511" r:id="rId12"/>
    <p:sldId id="1510" r:id="rId13"/>
  </p:sldIdLst>
  <p:sldSz cx="12192000" cy="6858000"/>
  <p:notesSz cx="7099300" cy="1023429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E40"/>
    <a:srgbClr val="C00000"/>
    <a:srgbClr val="FF3300"/>
    <a:srgbClr val="8BFD23"/>
    <a:srgbClr val="006600"/>
    <a:srgbClr val="65F52B"/>
    <a:srgbClr val="3DB1F9"/>
    <a:srgbClr val="00A9E1"/>
    <a:srgbClr val="3E76A4"/>
    <a:srgbClr val="356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3184" autoAdjust="0"/>
  </p:normalViewPr>
  <p:slideViewPr>
    <p:cSldViewPr>
      <p:cViewPr varScale="1">
        <p:scale>
          <a:sx n="78" d="100"/>
          <a:sy n="78" d="100"/>
        </p:scale>
        <p:origin x="806" y="58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616" y="-102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264B223C-E076-4BEA-8FDC-8329B43608B7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AC5A3F7D-B7F5-4570-933E-FF4D6570948E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D63EAA39-D898-43DB-8370-677D1ED5A5BF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19" tIns="47809" rIns="95619" bIns="4780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5619" tIns="47809" rIns="95619" bIns="47809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4988" cy="512763"/>
          </a:xfrm>
          <a:prstGeom prst="rect">
            <a:avLst/>
          </a:prstGeom>
        </p:spPr>
        <p:txBody>
          <a:bodyPr vert="horz" lIns="95619" tIns="47809" rIns="95619" bIns="4780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04ABF05F-B3B3-45F6-A1D4-3D43E96CDA4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lnSpc>
                <a:spcPct val="90000"/>
              </a:lnSpc>
            </a:pPr>
            <a:endParaRPr lang="el-GR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404665"/>
            <a:ext cx="11521280" cy="93610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35360" y="1484784"/>
            <a:ext cx="11521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just">
              <a:buFont typeface="Arial" panose="020B0604020202020204" pitchFamily="34" charset="0"/>
              <a:buChar char="•"/>
              <a:defRPr sz="2800">
                <a:solidFill>
                  <a:srgbClr val="CF1E40"/>
                </a:solidFill>
              </a:defRPr>
            </a:lvl1pPr>
            <a:lvl2pPr marL="914400" indent="-457200" algn="just">
              <a:buFont typeface="Arial" panose="020B0604020202020204" pitchFamily="34" charset="0"/>
              <a:buChar char="•"/>
              <a:defRPr sz="2800">
                <a:solidFill>
                  <a:srgbClr val="CF1E40"/>
                </a:solidFill>
              </a:defRPr>
            </a:lvl2pPr>
            <a:lvl3pPr marL="1371600" indent="-457200" algn="just">
              <a:buFont typeface="Arial" panose="020B0604020202020204" pitchFamily="34" charset="0"/>
              <a:buChar char="•"/>
              <a:defRPr sz="2800">
                <a:solidFill>
                  <a:srgbClr val="CF1E40"/>
                </a:solidFill>
              </a:defRPr>
            </a:lvl3pPr>
            <a:lvl4pPr marL="1828800" indent="-457200" algn="just">
              <a:buFont typeface="Arial" panose="020B0604020202020204" pitchFamily="34" charset="0"/>
              <a:buChar char="•"/>
              <a:defRPr sz="2800">
                <a:solidFill>
                  <a:srgbClr val="CF1E40"/>
                </a:solidFill>
              </a:defRPr>
            </a:lvl4pPr>
            <a:lvl5pPr marL="2286000" indent="-457200" algn="just">
              <a:buFont typeface="Arial" panose="020B0604020202020204" pitchFamily="34" charset="0"/>
              <a:buChar char="•"/>
              <a:defRPr sz="2800">
                <a:solidFill>
                  <a:srgbClr val="CF1E4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EE2C72-BE9F-475F-BDE3-1EE6A0AE7BF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B47C6-BDD9-46A5-AB03-F9E684D4EB3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80D934-8954-4076-BBF7-F3FCF29742B1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A59B9-1AA5-4384-B0F8-56C599AE6990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B6A01D-9C55-4158-9867-3DA875B1A4E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DF5766-AC27-419F-B56B-E00D6DB0433B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5A452D-9E80-41AB-8A19-B993203F501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E7F82C-95FE-4278-9B54-5C703EEDFE0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1F39FC-34AD-47E0-94A8-9345ECC1210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D1E64-4EDD-4159-953F-B8AA88F5A38E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987572-4D43-442D-8869-1847B37B1B2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12B06-E102-4C61-B198-FC0839CE2DD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796F72-E791-4E68-AEE4-F56E51987C5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417F17-DAC0-4F30-838D-43E925A41400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EF3C2E-4B8A-4324-91A2-5FFFB3BB9C9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BD1E5A-5A19-4FE5-8407-80A0B1CC093A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8B2A19-8FAB-4195-B324-B8A99270EA4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01FA3-845E-48D7-9EDC-080671C842E4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6662A9-7784-41BD-91C8-2D9C49F457A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40A543-0209-48C2-856E-C21AE47CD777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first-aid kit&#10;&#10;Description automatically generated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8" b="8308"/>
          <a:stretch>
            <a:fillRect/>
          </a:stretch>
        </p:blipFill>
        <p:spPr>
          <a:xfrm>
            <a:off x="246735" y="6165305"/>
            <a:ext cx="1949755" cy="49809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E1867-CA8D-4C7E-8404-9CD48D8470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7E8C5-9668-4433-8F0A-5F64D98AFC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8" b="45080"/>
          <a:stretch>
            <a:fillRect/>
          </a:stretch>
        </p:blipFill>
        <p:spPr>
          <a:xfrm>
            <a:off x="0" y="5150556"/>
            <a:ext cx="12192000" cy="1707444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9778047" y="5703736"/>
            <a:ext cx="1329003" cy="115426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11107049" y="5678690"/>
            <a:ext cx="900864" cy="900864"/>
          </a:xfrm>
          <a:prstGeom prst="rect">
            <a:avLst/>
          </a:prstGeom>
        </p:spPr>
      </p:pic>
      <p:pic>
        <p:nvPicPr>
          <p:cNvPr id="10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9979" y="324126"/>
            <a:ext cx="3340955" cy="1123674"/>
          </a:xfrm>
          <a:prstGeom prst="rect">
            <a:avLst/>
          </a:prstGeom>
        </p:spPr>
      </p:pic>
      <p:sp>
        <p:nvSpPr>
          <p:cNvPr id="12" name="Title Placeholder 1"/>
          <p:cNvSpPr>
            <a:spLocks noGrp="1"/>
          </p:cNvSpPr>
          <p:nvPr>
            <p:ph type="title"/>
          </p:nvPr>
        </p:nvSpPr>
        <p:spPr bwMode="auto">
          <a:xfrm>
            <a:off x="4890594" y="543805"/>
            <a:ext cx="6806107" cy="68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48" tIns="60924" rIns="121848" bIns="60924" numCol="1" anchor="ctr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GB" alt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>
              <a:lumMod val="65000"/>
              <a:lumOff val="35000"/>
            </a:schemeClr>
          </a:solidFill>
          <a:latin typeface="Arial Black" panose="020B0A0402010202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5pPr>
      <a:lvl6pPr marL="60896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6pPr>
      <a:lvl7pPr marL="121856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7pPr>
      <a:lvl8pPr marL="182753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8pPr>
      <a:lvl9pPr marL="243713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9965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365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33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295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0895" indent="-304800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9860" indent="-304800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9460" indent="-304800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8425" indent="-304800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965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530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30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5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0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625" algn="l" defTabSz="12179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380D934-8954-4076-BBF7-F3FCF29742B1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8A59B9-1AA5-4384-B0F8-56C599AE699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2"/>
          <p:cNvSpPr txBox="1">
            <a:spLocks noGrp="1"/>
          </p:cNvSpPr>
          <p:nvPr/>
        </p:nvSpPr>
        <p:spPr bwMode="auto">
          <a:xfrm>
            <a:off x="1373189" y="6524625"/>
            <a:ext cx="363537" cy="230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r" defTabSz="457200"/>
            <a:fld id="{596217BF-FBEB-4EA5-82FF-FFE0B82533F7}" type="slidenum">
              <a:rPr lang="en-US" sz="1000">
                <a:solidFill>
                  <a:srgbClr val="FFFFFF"/>
                </a:solidFill>
                <a:latin typeface="Calibri" panose="020F0502020204030204"/>
              </a:rPr>
            </a:fld>
            <a:endParaRPr lang="en-US" sz="100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itle 3"/>
          <p:cNvSpPr txBox="1"/>
          <p:nvPr/>
        </p:nvSpPr>
        <p:spPr bwMode="auto">
          <a:xfrm>
            <a:off x="1915386" y="2419874"/>
            <a:ext cx="8361229" cy="1086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 b="1" kern="1200" baseline="0">
                <a:solidFill>
                  <a:srgbClr val="C00000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400">
                <a:solidFill>
                  <a:srgbClr val="00B0F0"/>
                </a:solidFill>
                <a:latin typeface="Century Schoolbook" pitchFamily="18" charset="0"/>
              </a:defRPr>
            </a:lvl9pPr>
          </a:lstStyle>
          <a:p>
            <a:pPr algn="ctr" defTabSz="457200"/>
            <a:r>
              <a:rPr lang="el-GR" sz="5400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ΤΙΤΛΟΣ ΙΔΕΑΣ</a:t>
            </a:r>
            <a:endParaRPr lang="en-US" sz="5400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4"/>
          <p:cNvSpPr txBox="1"/>
          <p:nvPr/>
        </p:nvSpPr>
        <p:spPr bwMode="auto">
          <a:xfrm>
            <a:off x="3863752" y="3645025"/>
            <a:ext cx="5148570" cy="1086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685800" indent="-182880" algn="l" rtl="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914400" indent="-182880" algn="l" rtl="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143000" indent="-182880" algn="l" rtl="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Clr>
                <a:srgbClr val="4472C4"/>
              </a:buClr>
              <a:buNone/>
            </a:pPr>
            <a:r>
              <a:rPr lang="el-GR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Ολοκληρωμένη εφαρμογή του Πανεπιστήμιου Μακεδονίας </a:t>
            </a:r>
            <a:endParaRPr lang="el-GR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picture containing text, first-aid kit&#10;&#10;Description automatically generated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11" y="177800"/>
            <a:ext cx="3601016" cy="12030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br>
              <a:rPr 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l-GR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Όραμα/ Αποστολή Εταιρίας</a:t>
            </a:r>
            <a:endParaRPr lang="en-US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00000"/>
              </a:buClr>
            </a:pP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Η επιχειρηματική μου ιδέα είναι η δημιουργία μίας εφαρμογής που στοχεύει στην απλότητα με σκοπό ο κάθε φοιτητής και καθηγητής του πανεπιστημίου Μακεδονίας να ικανοποιούν τις ακαδημαϊκές του ανάγκες χωρίς κόπο.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picture containing text, first-aid kit&#10;&#10;Description automatically generated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73616"/>
            <a:ext cx="1741943" cy="64645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br>
              <a:rPr 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l-GR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Προϊόν/ Υπηρεσία</a:t>
            </a:r>
            <a:endParaRPr lang="en-US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00000"/>
              </a:buClr>
            </a:pP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Η υπηρεσία που προσφέρω είναι η εφαρμογή </a:t>
            </a:r>
            <a:r>
              <a:rPr lang="en-US" altLang="el-GR" dirty="0">
                <a:latin typeface="Arial" panose="020B0604020202020204" pitchFamily="34" charset="0"/>
                <a:cs typeface="Arial" panose="020B0604020202020204" pitchFamily="34" charset="0"/>
              </a:rPr>
              <a:t>Uom. </a:t>
            </a:r>
            <a:r>
              <a:rPr lang="el-GR" altLang="en-US" dirty="0">
                <a:latin typeface="Arial" panose="020B0604020202020204" pitchFamily="34" charset="0"/>
                <a:cs typeface="Arial" panose="020B0604020202020204" pitchFamily="34" charset="0"/>
              </a:rPr>
              <a:t>Με λίγα λόγια είναι στην ουσία η ιστοσελίδα του πανεπιστημίου Μακεδονίας που εμφανίζει τα απολύτως αναγκαία στοιχεία για τον κάθε φοιτητή και καθηγητή του πανεπιστημίου αυτού.</a:t>
            </a:r>
            <a:endParaRPr lang="el-G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C00000"/>
              </a:buClr>
            </a:pP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Δεν υπάρχουν αξιολογήσεις από τους πελάτες.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picture containing text, first-aid kit&#10;&#10;Description automatically generated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73616"/>
            <a:ext cx="1741943" cy="6464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br>
              <a:rPr 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l-GR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Ανταγωνιστικό Πλεονέκτημα </a:t>
            </a:r>
            <a:r>
              <a:rPr 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(USP)</a:t>
            </a:r>
            <a:endParaRPr lang="en-US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00000"/>
              </a:buClr>
            </a:pP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Ανταγωνιστικό πλεονέκτημα υπάρχει γιατί μέχρι στιγμής δεν υπάρχει καμία παρόμοια εφαρμογή που συντομεύει τις λειτουργίες σε κανένα πανεπιστήμιο, πόσο μάλον για το πανεπιστήμιο Μακεδονίας.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picture containing text, first-aid kit&#10;&#10;Description automatically generated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73616"/>
            <a:ext cx="1741943" cy="6464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05315" y="2190925"/>
            <a:ext cx="1580522" cy="174660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05133" y="3501178"/>
            <a:ext cx="381950" cy="4463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639570" y="4819650"/>
            <a:ext cx="8916035" cy="2432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1900"/>
              </a:lnSpc>
            </a:pPr>
            <a:r>
              <a:rPr lang="el-G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  <a:cs typeface="Arial" panose="020B0604020202020204" pitchFamily="34" charset="0"/>
              </a:rPr>
              <a:t>Συγγραφή του προγράμματος.</a:t>
            </a:r>
            <a:endParaRPr lang="el-GR" sz="14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39570" y="4404360"/>
            <a:ext cx="9169400" cy="2432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defTabSz="457200">
              <a:lnSpc>
                <a:spcPts val="1900"/>
              </a:lnSpc>
            </a:pPr>
            <a:r>
              <a:rPr lang="el-G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  <a:cs typeface="Arial" panose="020B0604020202020204" pitchFamily="34" charset="0"/>
              </a:rPr>
              <a:t>Στέφανος</a:t>
            </a:r>
            <a:endParaRPr lang="el-GR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449993" y="3663257"/>
            <a:ext cx="119945" cy="203922"/>
            <a:chOff x="7666038" y="5922963"/>
            <a:chExt cx="185737" cy="285750"/>
          </a:xfrm>
          <a:solidFill>
            <a:schemeClr val="bg1"/>
          </a:solidFill>
        </p:grpSpPr>
        <p:sp>
          <p:nvSpPr>
            <p:cNvPr id="27" name="Freeform 3584"/>
            <p:cNvSpPr/>
            <p:nvPr/>
          </p:nvSpPr>
          <p:spPr bwMode="auto">
            <a:xfrm>
              <a:off x="7689850" y="5922963"/>
              <a:ext cx="95250" cy="95250"/>
            </a:xfrm>
            <a:custGeom>
              <a:avLst/>
              <a:gdLst>
                <a:gd name="T0" fmla="*/ 133 w 240"/>
                <a:gd name="T1" fmla="*/ 239 h 240"/>
                <a:gd name="T2" fmla="*/ 156 w 240"/>
                <a:gd name="T3" fmla="*/ 235 h 240"/>
                <a:gd name="T4" fmla="*/ 177 w 240"/>
                <a:gd name="T5" fmla="*/ 226 h 240"/>
                <a:gd name="T6" fmla="*/ 197 w 240"/>
                <a:gd name="T7" fmla="*/ 212 h 240"/>
                <a:gd name="T8" fmla="*/ 213 w 240"/>
                <a:gd name="T9" fmla="*/ 196 h 240"/>
                <a:gd name="T10" fmla="*/ 226 w 240"/>
                <a:gd name="T11" fmla="*/ 177 h 240"/>
                <a:gd name="T12" fmla="*/ 235 w 240"/>
                <a:gd name="T13" fmla="*/ 155 h 240"/>
                <a:gd name="T14" fmla="*/ 240 w 240"/>
                <a:gd name="T15" fmla="*/ 132 h 240"/>
                <a:gd name="T16" fmla="*/ 240 w 240"/>
                <a:gd name="T17" fmla="*/ 108 h 240"/>
                <a:gd name="T18" fmla="*/ 235 w 240"/>
                <a:gd name="T19" fmla="*/ 83 h 240"/>
                <a:gd name="T20" fmla="*/ 226 w 240"/>
                <a:gd name="T21" fmla="*/ 63 h 240"/>
                <a:gd name="T22" fmla="*/ 213 w 240"/>
                <a:gd name="T23" fmla="*/ 43 h 240"/>
                <a:gd name="T24" fmla="*/ 197 w 240"/>
                <a:gd name="T25" fmla="*/ 27 h 240"/>
                <a:gd name="T26" fmla="*/ 177 w 240"/>
                <a:gd name="T27" fmla="*/ 14 h 240"/>
                <a:gd name="T28" fmla="*/ 156 w 240"/>
                <a:gd name="T29" fmla="*/ 5 h 240"/>
                <a:gd name="T30" fmla="*/ 133 w 240"/>
                <a:gd name="T31" fmla="*/ 0 h 240"/>
                <a:gd name="T32" fmla="*/ 108 w 240"/>
                <a:gd name="T33" fmla="*/ 0 h 240"/>
                <a:gd name="T34" fmla="*/ 85 w 240"/>
                <a:gd name="T35" fmla="*/ 5 h 240"/>
                <a:gd name="T36" fmla="*/ 63 w 240"/>
                <a:gd name="T37" fmla="*/ 14 h 240"/>
                <a:gd name="T38" fmla="*/ 44 w 240"/>
                <a:gd name="T39" fmla="*/ 27 h 240"/>
                <a:gd name="T40" fmla="*/ 27 w 240"/>
                <a:gd name="T41" fmla="*/ 43 h 240"/>
                <a:gd name="T42" fmla="*/ 14 w 240"/>
                <a:gd name="T43" fmla="*/ 63 h 240"/>
                <a:gd name="T44" fmla="*/ 5 w 240"/>
                <a:gd name="T45" fmla="*/ 83 h 240"/>
                <a:gd name="T46" fmla="*/ 0 w 240"/>
                <a:gd name="T47" fmla="*/ 108 h 240"/>
                <a:gd name="T48" fmla="*/ 0 w 240"/>
                <a:gd name="T49" fmla="*/ 132 h 240"/>
                <a:gd name="T50" fmla="*/ 5 w 240"/>
                <a:gd name="T51" fmla="*/ 155 h 240"/>
                <a:gd name="T52" fmla="*/ 14 w 240"/>
                <a:gd name="T53" fmla="*/ 177 h 240"/>
                <a:gd name="T54" fmla="*/ 27 w 240"/>
                <a:gd name="T55" fmla="*/ 196 h 240"/>
                <a:gd name="T56" fmla="*/ 44 w 240"/>
                <a:gd name="T57" fmla="*/ 212 h 240"/>
                <a:gd name="T58" fmla="*/ 63 w 240"/>
                <a:gd name="T59" fmla="*/ 226 h 240"/>
                <a:gd name="T60" fmla="*/ 85 w 240"/>
                <a:gd name="T61" fmla="*/ 235 h 240"/>
                <a:gd name="T62" fmla="*/ 108 w 240"/>
                <a:gd name="T63" fmla="*/ 239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0" h="240">
                  <a:moveTo>
                    <a:pt x="121" y="240"/>
                  </a:moveTo>
                  <a:lnTo>
                    <a:pt x="133" y="239"/>
                  </a:lnTo>
                  <a:lnTo>
                    <a:pt x="144" y="237"/>
                  </a:lnTo>
                  <a:lnTo>
                    <a:pt x="156" y="235"/>
                  </a:lnTo>
                  <a:lnTo>
                    <a:pt x="167" y="230"/>
                  </a:lnTo>
                  <a:lnTo>
                    <a:pt x="177" y="226"/>
                  </a:lnTo>
                  <a:lnTo>
                    <a:pt x="188" y="219"/>
                  </a:lnTo>
                  <a:lnTo>
                    <a:pt x="197" y="212"/>
                  </a:lnTo>
                  <a:lnTo>
                    <a:pt x="206" y="204"/>
                  </a:lnTo>
                  <a:lnTo>
                    <a:pt x="213" y="196"/>
                  </a:lnTo>
                  <a:lnTo>
                    <a:pt x="220" y="187"/>
                  </a:lnTo>
                  <a:lnTo>
                    <a:pt x="226" y="177"/>
                  </a:lnTo>
                  <a:lnTo>
                    <a:pt x="231" y="167"/>
                  </a:lnTo>
                  <a:lnTo>
                    <a:pt x="235" y="155"/>
                  </a:lnTo>
                  <a:lnTo>
                    <a:pt x="238" y="144"/>
                  </a:lnTo>
                  <a:lnTo>
                    <a:pt x="240" y="132"/>
                  </a:lnTo>
                  <a:lnTo>
                    <a:pt x="240" y="119"/>
                  </a:lnTo>
                  <a:lnTo>
                    <a:pt x="240" y="108"/>
                  </a:lnTo>
                  <a:lnTo>
                    <a:pt x="238" y="95"/>
                  </a:lnTo>
                  <a:lnTo>
                    <a:pt x="235" y="83"/>
                  </a:lnTo>
                  <a:lnTo>
                    <a:pt x="231" y="73"/>
                  </a:lnTo>
                  <a:lnTo>
                    <a:pt x="226" y="63"/>
                  </a:lnTo>
                  <a:lnTo>
                    <a:pt x="220" y="52"/>
                  </a:lnTo>
                  <a:lnTo>
                    <a:pt x="213" y="43"/>
                  </a:lnTo>
                  <a:lnTo>
                    <a:pt x="206" y="34"/>
                  </a:lnTo>
                  <a:lnTo>
                    <a:pt x="197" y="27"/>
                  </a:lnTo>
                  <a:lnTo>
                    <a:pt x="188" y="20"/>
                  </a:lnTo>
                  <a:lnTo>
                    <a:pt x="177" y="14"/>
                  </a:lnTo>
                  <a:lnTo>
                    <a:pt x="167" y="9"/>
                  </a:lnTo>
                  <a:lnTo>
                    <a:pt x="156" y="5"/>
                  </a:lnTo>
                  <a:lnTo>
                    <a:pt x="144" y="2"/>
                  </a:lnTo>
                  <a:lnTo>
                    <a:pt x="133" y="0"/>
                  </a:lnTo>
                  <a:lnTo>
                    <a:pt x="121" y="0"/>
                  </a:lnTo>
                  <a:lnTo>
                    <a:pt x="108" y="0"/>
                  </a:lnTo>
                  <a:lnTo>
                    <a:pt x="97" y="2"/>
                  </a:lnTo>
                  <a:lnTo>
                    <a:pt x="85" y="5"/>
                  </a:lnTo>
                  <a:lnTo>
                    <a:pt x="73" y="9"/>
                  </a:lnTo>
                  <a:lnTo>
                    <a:pt x="63" y="14"/>
                  </a:lnTo>
                  <a:lnTo>
                    <a:pt x="53" y="20"/>
                  </a:lnTo>
                  <a:lnTo>
                    <a:pt x="44" y="27"/>
                  </a:lnTo>
                  <a:lnTo>
                    <a:pt x="35" y="34"/>
                  </a:lnTo>
                  <a:lnTo>
                    <a:pt x="27" y="43"/>
                  </a:lnTo>
                  <a:lnTo>
                    <a:pt x="21" y="52"/>
                  </a:lnTo>
                  <a:lnTo>
                    <a:pt x="14" y="63"/>
                  </a:lnTo>
                  <a:lnTo>
                    <a:pt x="9" y="73"/>
                  </a:lnTo>
                  <a:lnTo>
                    <a:pt x="5" y="83"/>
                  </a:lnTo>
                  <a:lnTo>
                    <a:pt x="3" y="95"/>
                  </a:lnTo>
                  <a:lnTo>
                    <a:pt x="0" y="108"/>
                  </a:lnTo>
                  <a:lnTo>
                    <a:pt x="0" y="119"/>
                  </a:lnTo>
                  <a:lnTo>
                    <a:pt x="0" y="132"/>
                  </a:lnTo>
                  <a:lnTo>
                    <a:pt x="3" y="144"/>
                  </a:lnTo>
                  <a:lnTo>
                    <a:pt x="5" y="155"/>
                  </a:lnTo>
                  <a:lnTo>
                    <a:pt x="9" y="167"/>
                  </a:lnTo>
                  <a:lnTo>
                    <a:pt x="14" y="177"/>
                  </a:lnTo>
                  <a:lnTo>
                    <a:pt x="21" y="187"/>
                  </a:lnTo>
                  <a:lnTo>
                    <a:pt x="27" y="196"/>
                  </a:lnTo>
                  <a:lnTo>
                    <a:pt x="35" y="204"/>
                  </a:lnTo>
                  <a:lnTo>
                    <a:pt x="44" y="212"/>
                  </a:lnTo>
                  <a:lnTo>
                    <a:pt x="53" y="219"/>
                  </a:lnTo>
                  <a:lnTo>
                    <a:pt x="63" y="226"/>
                  </a:lnTo>
                  <a:lnTo>
                    <a:pt x="73" y="230"/>
                  </a:lnTo>
                  <a:lnTo>
                    <a:pt x="85" y="235"/>
                  </a:lnTo>
                  <a:lnTo>
                    <a:pt x="97" y="237"/>
                  </a:lnTo>
                  <a:lnTo>
                    <a:pt x="108" y="239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Freeform 3585"/>
            <p:cNvSpPr/>
            <p:nvPr/>
          </p:nvSpPr>
          <p:spPr bwMode="auto">
            <a:xfrm>
              <a:off x="7666038" y="6027738"/>
              <a:ext cx="142875" cy="180975"/>
            </a:xfrm>
            <a:custGeom>
              <a:avLst/>
              <a:gdLst>
                <a:gd name="T0" fmla="*/ 361 w 361"/>
                <a:gd name="T1" fmla="*/ 0 h 456"/>
                <a:gd name="T2" fmla="*/ 200 w 361"/>
                <a:gd name="T3" fmla="*/ 0 h 456"/>
                <a:gd name="T4" fmla="*/ 216 w 361"/>
                <a:gd name="T5" fmla="*/ 202 h 456"/>
                <a:gd name="T6" fmla="*/ 214 w 361"/>
                <a:gd name="T7" fmla="*/ 204 h 456"/>
                <a:gd name="T8" fmla="*/ 213 w 361"/>
                <a:gd name="T9" fmla="*/ 206 h 456"/>
                <a:gd name="T10" fmla="*/ 184 w 361"/>
                <a:gd name="T11" fmla="*/ 237 h 456"/>
                <a:gd name="T12" fmla="*/ 181 w 361"/>
                <a:gd name="T13" fmla="*/ 238 h 456"/>
                <a:gd name="T14" fmla="*/ 178 w 361"/>
                <a:gd name="T15" fmla="*/ 238 h 456"/>
                <a:gd name="T16" fmla="*/ 177 w 361"/>
                <a:gd name="T17" fmla="*/ 238 h 456"/>
                <a:gd name="T18" fmla="*/ 175 w 361"/>
                <a:gd name="T19" fmla="*/ 237 h 456"/>
                <a:gd name="T20" fmla="*/ 144 w 361"/>
                <a:gd name="T21" fmla="*/ 206 h 456"/>
                <a:gd name="T22" fmla="*/ 142 w 361"/>
                <a:gd name="T23" fmla="*/ 204 h 456"/>
                <a:gd name="T24" fmla="*/ 142 w 361"/>
                <a:gd name="T25" fmla="*/ 202 h 456"/>
                <a:gd name="T26" fmla="*/ 158 w 361"/>
                <a:gd name="T27" fmla="*/ 0 h 456"/>
                <a:gd name="T28" fmla="*/ 0 w 361"/>
                <a:gd name="T29" fmla="*/ 0 h 456"/>
                <a:gd name="T30" fmla="*/ 0 w 361"/>
                <a:gd name="T31" fmla="*/ 12 h 456"/>
                <a:gd name="T32" fmla="*/ 1 w 361"/>
                <a:gd name="T33" fmla="*/ 36 h 456"/>
                <a:gd name="T34" fmla="*/ 2 w 361"/>
                <a:gd name="T35" fmla="*/ 59 h 456"/>
                <a:gd name="T36" fmla="*/ 6 w 361"/>
                <a:gd name="T37" fmla="*/ 81 h 456"/>
                <a:gd name="T38" fmla="*/ 10 w 361"/>
                <a:gd name="T39" fmla="*/ 102 h 456"/>
                <a:gd name="T40" fmla="*/ 15 w 361"/>
                <a:gd name="T41" fmla="*/ 121 h 456"/>
                <a:gd name="T42" fmla="*/ 20 w 361"/>
                <a:gd name="T43" fmla="*/ 139 h 456"/>
                <a:gd name="T44" fmla="*/ 28 w 361"/>
                <a:gd name="T45" fmla="*/ 157 h 456"/>
                <a:gd name="T46" fmla="*/ 35 w 361"/>
                <a:gd name="T47" fmla="*/ 172 h 456"/>
                <a:gd name="T48" fmla="*/ 44 w 361"/>
                <a:gd name="T49" fmla="*/ 188 h 456"/>
                <a:gd name="T50" fmla="*/ 51 w 361"/>
                <a:gd name="T51" fmla="*/ 201 h 456"/>
                <a:gd name="T52" fmla="*/ 60 w 361"/>
                <a:gd name="T53" fmla="*/ 213 h 456"/>
                <a:gd name="T54" fmla="*/ 69 w 361"/>
                <a:gd name="T55" fmla="*/ 225 h 456"/>
                <a:gd name="T56" fmla="*/ 80 w 361"/>
                <a:gd name="T57" fmla="*/ 235 h 456"/>
                <a:gd name="T58" fmla="*/ 89 w 361"/>
                <a:gd name="T59" fmla="*/ 244 h 456"/>
                <a:gd name="T60" fmla="*/ 99 w 361"/>
                <a:gd name="T61" fmla="*/ 252 h 456"/>
                <a:gd name="T62" fmla="*/ 108 w 361"/>
                <a:gd name="T63" fmla="*/ 258 h 456"/>
                <a:gd name="T64" fmla="*/ 108 w 361"/>
                <a:gd name="T65" fmla="*/ 456 h 456"/>
                <a:gd name="T66" fmla="*/ 253 w 361"/>
                <a:gd name="T67" fmla="*/ 456 h 456"/>
                <a:gd name="T68" fmla="*/ 253 w 361"/>
                <a:gd name="T69" fmla="*/ 258 h 456"/>
                <a:gd name="T70" fmla="*/ 262 w 361"/>
                <a:gd name="T71" fmla="*/ 252 h 456"/>
                <a:gd name="T72" fmla="*/ 272 w 361"/>
                <a:gd name="T73" fmla="*/ 244 h 456"/>
                <a:gd name="T74" fmla="*/ 281 w 361"/>
                <a:gd name="T75" fmla="*/ 235 h 456"/>
                <a:gd name="T76" fmla="*/ 291 w 361"/>
                <a:gd name="T77" fmla="*/ 225 h 456"/>
                <a:gd name="T78" fmla="*/ 300 w 361"/>
                <a:gd name="T79" fmla="*/ 213 h 456"/>
                <a:gd name="T80" fmla="*/ 309 w 361"/>
                <a:gd name="T81" fmla="*/ 201 h 456"/>
                <a:gd name="T82" fmla="*/ 318 w 361"/>
                <a:gd name="T83" fmla="*/ 188 h 456"/>
                <a:gd name="T84" fmla="*/ 326 w 361"/>
                <a:gd name="T85" fmla="*/ 172 h 456"/>
                <a:gd name="T86" fmla="*/ 334 w 361"/>
                <a:gd name="T87" fmla="*/ 157 h 456"/>
                <a:gd name="T88" fmla="*/ 340 w 361"/>
                <a:gd name="T89" fmla="*/ 139 h 456"/>
                <a:gd name="T90" fmla="*/ 345 w 361"/>
                <a:gd name="T91" fmla="*/ 121 h 456"/>
                <a:gd name="T92" fmla="*/ 351 w 361"/>
                <a:gd name="T93" fmla="*/ 102 h 456"/>
                <a:gd name="T94" fmla="*/ 356 w 361"/>
                <a:gd name="T95" fmla="*/ 81 h 456"/>
                <a:gd name="T96" fmla="*/ 358 w 361"/>
                <a:gd name="T97" fmla="*/ 59 h 456"/>
                <a:gd name="T98" fmla="*/ 359 w 361"/>
                <a:gd name="T99" fmla="*/ 36 h 456"/>
                <a:gd name="T100" fmla="*/ 361 w 361"/>
                <a:gd name="T101" fmla="*/ 12 h 456"/>
                <a:gd name="T102" fmla="*/ 361 w 361"/>
                <a:gd name="T103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61" h="456">
                  <a:moveTo>
                    <a:pt x="361" y="0"/>
                  </a:moveTo>
                  <a:lnTo>
                    <a:pt x="200" y="0"/>
                  </a:lnTo>
                  <a:lnTo>
                    <a:pt x="216" y="202"/>
                  </a:lnTo>
                  <a:lnTo>
                    <a:pt x="214" y="204"/>
                  </a:lnTo>
                  <a:lnTo>
                    <a:pt x="213" y="206"/>
                  </a:lnTo>
                  <a:lnTo>
                    <a:pt x="184" y="237"/>
                  </a:lnTo>
                  <a:lnTo>
                    <a:pt x="181" y="238"/>
                  </a:lnTo>
                  <a:lnTo>
                    <a:pt x="178" y="238"/>
                  </a:lnTo>
                  <a:lnTo>
                    <a:pt x="177" y="238"/>
                  </a:lnTo>
                  <a:lnTo>
                    <a:pt x="175" y="237"/>
                  </a:lnTo>
                  <a:lnTo>
                    <a:pt x="144" y="206"/>
                  </a:lnTo>
                  <a:lnTo>
                    <a:pt x="142" y="204"/>
                  </a:lnTo>
                  <a:lnTo>
                    <a:pt x="142" y="202"/>
                  </a:lnTo>
                  <a:lnTo>
                    <a:pt x="158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" y="36"/>
                  </a:lnTo>
                  <a:lnTo>
                    <a:pt x="2" y="59"/>
                  </a:lnTo>
                  <a:lnTo>
                    <a:pt x="6" y="81"/>
                  </a:lnTo>
                  <a:lnTo>
                    <a:pt x="10" y="102"/>
                  </a:lnTo>
                  <a:lnTo>
                    <a:pt x="15" y="121"/>
                  </a:lnTo>
                  <a:lnTo>
                    <a:pt x="20" y="139"/>
                  </a:lnTo>
                  <a:lnTo>
                    <a:pt x="28" y="157"/>
                  </a:lnTo>
                  <a:lnTo>
                    <a:pt x="35" y="172"/>
                  </a:lnTo>
                  <a:lnTo>
                    <a:pt x="44" y="188"/>
                  </a:lnTo>
                  <a:lnTo>
                    <a:pt x="51" y="201"/>
                  </a:lnTo>
                  <a:lnTo>
                    <a:pt x="60" y="213"/>
                  </a:lnTo>
                  <a:lnTo>
                    <a:pt x="69" y="225"/>
                  </a:lnTo>
                  <a:lnTo>
                    <a:pt x="80" y="235"/>
                  </a:lnTo>
                  <a:lnTo>
                    <a:pt x="89" y="244"/>
                  </a:lnTo>
                  <a:lnTo>
                    <a:pt x="99" y="252"/>
                  </a:lnTo>
                  <a:lnTo>
                    <a:pt x="108" y="258"/>
                  </a:lnTo>
                  <a:lnTo>
                    <a:pt x="108" y="456"/>
                  </a:lnTo>
                  <a:lnTo>
                    <a:pt x="253" y="456"/>
                  </a:lnTo>
                  <a:lnTo>
                    <a:pt x="253" y="258"/>
                  </a:lnTo>
                  <a:lnTo>
                    <a:pt x="262" y="252"/>
                  </a:lnTo>
                  <a:lnTo>
                    <a:pt x="272" y="244"/>
                  </a:lnTo>
                  <a:lnTo>
                    <a:pt x="281" y="235"/>
                  </a:lnTo>
                  <a:lnTo>
                    <a:pt x="291" y="225"/>
                  </a:lnTo>
                  <a:lnTo>
                    <a:pt x="300" y="213"/>
                  </a:lnTo>
                  <a:lnTo>
                    <a:pt x="309" y="201"/>
                  </a:lnTo>
                  <a:lnTo>
                    <a:pt x="318" y="188"/>
                  </a:lnTo>
                  <a:lnTo>
                    <a:pt x="326" y="172"/>
                  </a:lnTo>
                  <a:lnTo>
                    <a:pt x="334" y="157"/>
                  </a:lnTo>
                  <a:lnTo>
                    <a:pt x="340" y="139"/>
                  </a:lnTo>
                  <a:lnTo>
                    <a:pt x="345" y="121"/>
                  </a:lnTo>
                  <a:lnTo>
                    <a:pt x="351" y="102"/>
                  </a:lnTo>
                  <a:lnTo>
                    <a:pt x="356" y="81"/>
                  </a:lnTo>
                  <a:lnTo>
                    <a:pt x="358" y="59"/>
                  </a:lnTo>
                  <a:lnTo>
                    <a:pt x="359" y="36"/>
                  </a:lnTo>
                  <a:lnTo>
                    <a:pt x="361" y="12"/>
                  </a:lnTo>
                  <a:lnTo>
                    <a:pt x="36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Freeform 3586"/>
            <p:cNvSpPr/>
            <p:nvPr/>
          </p:nvSpPr>
          <p:spPr bwMode="auto">
            <a:xfrm>
              <a:off x="7804150" y="6103938"/>
              <a:ext cx="47625" cy="104775"/>
            </a:xfrm>
            <a:custGeom>
              <a:avLst/>
              <a:gdLst>
                <a:gd name="T0" fmla="*/ 72 w 120"/>
                <a:gd name="T1" fmla="*/ 24 h 264"/>
                <a:gd name="T2" fmla="*/ 72 w 120"/>
                <a:gd name="T3" fmla="*/ 0 h 264"/>
                <a:gd name="T4" fmla="*/ 48 w 120"/>
                <a:gd name="T5" fmla="*/ 0 h 264"/>
                <a:gd name="T6" fmla="*/ 48 w 120"/>
                <a:gd name="T7" fmla="*/ 24 h 264"/>
                <a:gd name="T8" fmla="*/ 0 w 120"/>
                <a:gd name="T9" fmla="*/ 24 h 264"/>
                <a:gd name="T10" fmla="*/ 0 w 120"/>
                <a:gd name="T11" fmla="*/ 264 h 264"/>
                <a:gd name="T12" fmla="*/ 120 w 120"/>
                <a:gd name="T13" fmla="*/ 264 h 264"/>
                <a:gd name="T14" fmla="*/ 120 w 120"/>
                <a:gd name="T15" fmla="*/ 24 h 264"/>
                <a:gd name="T16" fmla="*/ 72 w 120"/>
                <a:gd name="T17" fmla="*/ 2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" h="264">
                  <a:moveTo>
                    <a:pt x="72" y="24"/>
                  </a:moveTo>
                  <a:lnTo>
                    <a:pt x="72" y="0"/>
                  </a:lnTo>
                  <a:lnTo>
                    <a:pt x="48" y="0"/>
                  </a:lnTo>
                  <a:lnTo>
                    <a:pt x="48" y="24"/>
                  </a:lnTo>
                  <a:lnTo>
                    <a:pt x="0" y="24"/>
                  </a:lnTo>
                  <a:lnTo>
                    <a:pt x="0" y="264"/>
                  </a:lnTo>
                  <a:lnTo>
                    <a:pt x="120" y="264"/>
                  </a:lnTo>
                  <a:lnTo>
                    <a:pt x="120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177112" y="3744640"/>
            <a:ext cx="182481" cy="202789"/>
            <a:chOff x="11028363" y="4778375"/>
            <a:chExt cx="282575" cy="284163"/>
          </a:xfrm>
          <a:solidFill>
            <a:schemeClr val="bg1"/>
          </a:solidFill>
        </p:grpSpPr>
        <p:sp>
          <p:nvSpPr>
            <p:cNvPr id="34" name="Freeform 3669"/>
            <p:cNvSpPr/>
            <p:nvPr/>
          </p:nvSpPr>
          <p:spPr bwMode="auto">
            <a:xfrm>
              <a:off x="11028363" y="4778375"/>
              <a:ext cx="212725" cy="238125"/>
            </a:xfrm>
            <a:custGeom>
              <a:avLst/>
              <a:gdLst>
                <a:gd name="T0" fmla="*/ 528 w 535"/>
                <a:gd name="T1" fmla="*/ 432 h 601"/>
                <a:gd name="T2" fmla="*/ 526 w 535"/>
                <a:gd name="T3" fmla="*/ 425 h 601"/>
                <a:gd name="T4" fmla="*/ 520 w 535"/>
                <a:gd name="T5" fmla="*/ 421 h 601"/>
                <a:gd name="T6" fmla="*/ 413 w 535"/>
                <a:gd name="T7" fmla="*/ 384 h 601"/>
                <a:gd name="T8" fmla="*/ 388 w 535"/>
                <a:gd name="T9" fmla="*/ 375 h 601"/>
                <a:gd name="T10" fmla="*/ 369 w 535"/>
                <a:gd name="T11" fmla="*/ 368 h 601"/>
                <a:gd name="T12" fmla="*/ 360 w 535"/>
                <a:gd name="T13" fmla="*/ 307 h 601"/>
                <a:gd name="T14" fmla="*/ 371 w 535"/>
                <a:gd name="T15" fmla="*/ 297 h 601"/>
                <a:gd name="T16" fmla="*/ 386 w 535"/>
                <a:gd name="T17" fmla="*/ 279 h 601"/>
                <a:gd name="T18" fmla="*/ 396 w 535"/>
                <a:gd name="T19" fmla="*/ 252 h 601"/>
                <a:gd name="T20" fmla="*/ 402 w 535"/>
                <a:gd name="T21" fmla="*/ 216 h 601"/>
                <a:gd name="T22" fmla="*/ 409 w 535"/>
                <a:gd name="T23" fmla="*/ 211 h 601"/>
                <a:gd name="T24" fmla="*/ 415 w 535"/>
                <a:gd name="T25" fmla="*/ 202 h 601"/>
                <a:gd name="T26" fmla="*/ 419 w 535"/>
                <a:gd name="T27" fmla="*/ 190 h 601"/>
                <a:gd name="T28" fmla="*/ 420 w 535"/>
                <a:gd name="T29" fmla="*/ 175 h 601"/>
                <a:gd name="T30" fmla="*/ 416 w 535"/>
                <a:gd name="T31" fmla="*/ 152 h 601"/>
                <a:gd name="T32" fmla="*/ 406 w 535"/>
                <a:gd name="T33" fmla="*/ 138 h 601"/>
                <a:gd name="T34" fmla="*/ 418 w 535"/>
                <a:gd name="T35" fmla="*/ 100 h 601"/>
                <a:gd name="T36" fmla="*/ 420 w 535"/>
                <a:gd name="T37" fmla="*/ 77 h 601"/>
                <a:gd name="T38" fmla="*/ 418 w 535"/>
                <a:gd name="T39" fmla="*/ 53 h 601"/>
                <a:gd name="T40" fmla="*/ 411 w 535"/>
                <a:gd name="T41" fmla="*/ 39 h 601"/>
                <a:gd name="T42" fmla="*/ 402 w 535"/>
                <a:gd name="T43" fmla="*/ 27 h 601"/>
                <a:gd name="T44" fmla="*/ 391 w 535"/>
                <a:gd name="T45" fmla="*/ 18 h 601"/>
                <a:gd name="T46" fmla="*/ 375 w 535"/>
                <a:gd name="T47" fmla="*/ 12 h 601"/>
                <a:gd name="T48" fmla="*/ 342 w 535"/>
                <a:gd name="T49" fmla="*/ 3 h 601"/>
                <a:gd name="T50" fmla="*/ 307 w 535"/>
                <a:gd name="T51" fmla="*/ 0 h 601"/>
                <a:gd name="T52" fmla="*/ 276 w 535"/>
                <a:gd name="T53" fmla="*/ 2 h 601"/>
                <a:gd name="T54" fmla="*/ 246 w 535"/>
                <a:gd name="T55" fmla="*/ 9 h 601"/>
                <a:gd name="T56" fmla="*/ 219 w 535"/>
                <a:gd name="T57" fmla="*/ 22 h 601"/>
                <a:gd name="T58" fmla="*/ 208 w 535"/>
                <a:gd name="T59" fmla="*/ 31 h 601"/>
                <a:gd name="T60" fmla="*/ 201 w 535"/>
                <a:gd name="T61" fmla="*/ 41 h 601"/>
                <a:gd name="T62" fmla="*/ 187 w 535"/>
                <a:gd name="T63" fmla="*/ 43 h 601"/>
                <a:gd name="T64" fmla="*/ 176 w 535"/>
                <a:gd name="T65" fmla="*/ 45 h 601"/>
                <a:gd name="T66" fmla="*/ 163 w 535"/>
                <a:gd name="T67" fmla="*/ 55 h 601"/>
                <a:gd name="T68" fmla="*/ 156 w 535"/>
                <a:gd name="T69" fmla="*/ 75 h 601"/>
                <a:gd name="T70" fmla="*/ 156 w 535"/>
                <a:gd name="T71" fmla="*/ 98 h 601"/>
                <a:gd name="T72" fmla="*/ 165 w 535"/>
                <a:gd name="T73" fmla="*/ 138 h 601"/>
                <a:gd name="T74" fmla="*/ 165 w 535"/>
                <a:gd name="T75" fmla="*/ 139 h 601"/>
                <a:gd name="T76" fmla="*/ 154 w 535"/>
                <a:gd name="T77" fmla="*/ 151 h 601"/>
                <a:gd name="T78" fmla="*/ 151 w 535"/>
                <a:gd name="T79" fmla="*/ 162 h 601"/>
                <a:gd name="T80" fmla="*/ 148 w 535"/>
                <a:gd name="T81" fmla="*/ 176 h 601"/>
                <a:gd name="T82" fmla="*/ 149 w 535"/>
                <a:gd name="T83" fmla="*/ 190 h 601"/>
                <a:gd name="T84" fmla="*/ 153 w 535"/>
                <a:gd name="T85" fmla="*/ 201 h 601"/>
                <a:gd name="T86" fmla="*/ 160 w 535"/>
                <a:gd name="T87" fmla="*/ 210 h 601"/>
                <a:gd name="T88" fmla="*/ 167 w 535"/>
                <a:gd name="T89" fmla="*/ 216 h 601"/>
                <a:gd name="T90" fmla="*/ 169 w 535"/>
                <a:gd name="T91" fmla="*/ 237 h 601"/>
                <a:gd name="T92" fmla="*/ 174 w 535"/>
                <a:gd name="T93" fmla="*/ 255 h 601"/>
                <a:gd name="T94" fmla="*/ 188 w 535"/>
                <a:gd name="T95" fmla="*/ 285 h 601"/>
                <a:gd name="T96" fmla="*/ 203 w 535"/>
                <a:gd name="T97" fmla="*/ 306 h 601"/>
                <a:gd name="T98" fmla="*/ 216 w 535"/>
                <a:gd name="T99" fmla="*/ 319 h 601"/>
                <a:gd name="T100" fmla="*/ 201 w 535"/>
                <a:gd name="T101" fmla="*/ 369 h 601"/>
                <a:gd name="T102" fmla="*/ 171 w 535"/>
                <a:gd name="T103" fmla="*/ 380 h 601"/>
                <a:gd name="T104" fmla="*/ 130 w 535"/>
                <a:gd name="T105" fmla="*/ 393 h 601"/>
                <a:gd name="T106" fmla="*/ 84 w 535"/>
                <a:gd name="T107" fmla="*/ 410 h 601"/>
                <a:gd name="T108" fmla="*/ 47 w 535"/>
                <a:gd name="T109" fmla="*/ 428 h 601"/>
                <a:gd name="T110" fmla="*/ 26 w 535"/>
                <a:gd name="T111" fmla="*/ 443 h 601"/>
                <a:gd name="T112" fmla="*/ 18 w 535"/>
                <a:gd name="T113" fmla="*/ 455 h 601"/>
                <a:gd name="T114" fmla="*/ 11 w 535"/>
                <a:gd name="T115" fmla="*/ 479 h 601"/>
                <a:gd name="T116" fmla="*/ 4 w 535"/>
                <a:gd name="T117" fmla="*/ 520 h 601"/>
                <a:gd name="T118" fmla="*/ 0 w 535"/>
                <a:gd name="T119" fmla="*/ 573 h 601"/>
                <a:gd name="T120" fmla="*/ 0 w 535"/>
                <a:gd name="T121" fmla="*/ 594 h 601"/>
                <a:gd name="T122" fmla="*/ 7 w 535"/>
                <a:gd name="T123" fmla="*/ 600 h 601"/>
                <a:gd name="T124" fmla="*/ 442 w 535"/>
                <a:gd name="T125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5" h="601">
                  <a:moveTo>
                    <a:pt x="535" y="508"/>
                  </a:moveTo>
                  <a:lnTo>
                    <a:pt x="528" y="432"/>
                  </a:lnTo>
                  <a:lnTo>
                    <a:pt x="528" y="428"/>
                  </a:lnTo>
                  <a:lnTo>
                    <a:pt x="526" y="425"/>
                  </a:lnTo>
                  <a:lnTo>
                    <a:pt x="523" y="423"/>
                  </a:lnTo>
                  <a:lnTo>
                    <a:pt x="520" y="421"/>
                  </a:lnTo>
                  <a:lnTo>
                    <a:pt x="424" y="388"/>
                  </a:lnTo>
                  <a:lnTo>
                    <a:pt x="413" y="384"/>
                  </a:lnTo>
                  <a:lnTo>
                    <a:pt x="400" y="379"/>
                  </a:lnTo>
                  <a:lnTo>
                    <a:pt x="388" y="375"/>
                  </a:lnTo>
                  <a:lnTo>
                    <a:pt x="377" y="370"/>
                  </a:lnTo>
                  <a:lnTo>
                    <a:pt x="369" y="368"/>
                  </a:lnTo>
                  <a:lnTo>
                    <a:pt x="360" y="364"/>
                  </a:lnTo>
                  <a:lnTo>
                    <a:pt x="360" y="307"/>
                  </a:lnTo>
                  <a:lnTo>
                    <a:pt x="365" y="302"/>
                  </a:lnTo>
                  <a:lnTo>
                    <a:pt x="371" y="297"/>
                  </a:lnTo>
                  <a:lnTo>
                    <a:pt x="378" y="288"/>
                  </a:lnTo>
                  <a:lnTo>
                    <a:pt x="386" y="279"/>
                  </a:lnTo>
                  <a:lnTo>
                    <a:pt x="391" y="266"/>
                  </a:lnTo>
                  <a:lnTo>
                    <a:pt x="396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3"/>
                  </a:lnTo>
                  <a:lnTo>
                    <a:pt x="409" y="211"/>
                  </a:lnTo>
                  <a:lnTo>
                    <a:pt x="413" y="207"/>
                  </a:lnTo>
                  <a:lnTo>
                    <a:pt x="415" y="202"/>
                  </a:lnTo>
                  <a:lnTo>
                    <a:pt x="418" y="197"/>
                  </a:lnTo>
                  <a:lnTo>
                    <a:pt x="419" y="190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19" y="163"/>
                  </a:lnTo>
                  <a:lnTo>
                    <a:pt x="416" y="152"/>
                  </a:lnTo>
                  <a:lnTo>
                    <a:pt x="411" y="144"/>
                  </a:lnTo>
                  <a:lnTo>
                    <a:pt x="406" y="138"/>
                  </a:lnTo>
                  <a:lnTo>
                    <a:pt x="411" y="121"/>
                  </a:lnTo>
                  <a:lnTo>
                    <a:pt x="418" y="100"/>
                  </a:lnTo>
                  <a:lnTo>
                    <a:pt x="419" y="89"/>
                  </a:lnTo>
                  <a:lnTo>
                    <a:pt x="420" y="77"/>
                  </a:lnTo>
                  <a:lnTo>
                    <a:pt x="419" y="64"/>
                  </a:lnTo>
                  <a:lnTo>
                    <a:pt x="418" y="53"/>
                  </a:lnTo>
                  <a:lnTo>
                    <a:pt x="415" y="45"/>
                  </a:lnTo>
                  <a:lnTo>
                    <a:pt x="411" y="39"/>
                  </a:lnTo>
                  <a:lnTo>
                    <a:pt x="407" y="34"/>
                  </a:lnTo>
                  <a:lnTo>
                    <a:pt x="402" y="27"/>
                  </a:lnTo>
                  <a:lnTo>
                    <a:pt x="397" y="23"/>
                  </a:lnTo>
                  <a:lnTo>
                    <a:pt x="391" y="18"/>
                  </a:lnTo>
                  <a:lnTo>
                    <a:pt x="383" y="14"/>
                  </a:lnTo>
                  <a:lnTo>
                    <a:pt x="375" y="12"/>
                  </a:lnTo>
                  <a:lnTo>
                    <a:pt x="359" y="7"/>
                  </a:lnTo>
                  <a:lnTo>
                    <a:pt x="342" y="3"/>
                  </a:lnTo>
                  <a:lnTo>
                    <a:pt x="324" y="0"/>
                  </a:lnTo>
                  <a:lnTo>
                    <a:pt x="307" y="0"/>
                  </a:lnTo>
                  <a:lnTo>
                    <a:pt x="292" y="0"/>
                  </a:lnTo>
                  <a:lnTo>
                    <a:pt x="276" y="2"/>
                  </a:lnTo>
                  <a:lnTo>
                    <a:pt x="260" y="5"/>
                  </a:lnTo>
                  <a:lnTo>
                    <a:pt x="246" y="9"/>
                  </a:lnTo>
                  <a:lnTo>
                    <a:pt x="231" y="16"/>
                  </a:lnTo>
                  <a:lnTo>
                    <a:pt x="219" y="22"/>
                  </a:lnTo>
                  <a:lnTo>
                    <a:pt x="214" y="27"/>
                  </a:lnTo>
                  <a:lnTo>
                    <a:pt x="208" y="31"/>
                  </a:lnTo>
                  <a:lnTo>
                    <a:pt x="205" y="36"/>
                  </a:lnTo>
                  <a:lnTo>
                    <a:pt x="201" y="41"/>
                  </a:lnTo>
                  <a:lnTo>
                    <a:pt x="193" y="41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9" y="50"/>
                  </a:lnTo>
                  <a:lnTo>
                    <a:pt x="163" y="55"/>
                  </a:lnTo>
                  <a:lnTo>
                    <a:pt x="158" y="64"/>
                  </a:lnTo>
                  <a:lnTo>
                    <a:pt x="156" y="75"/>
                  </a:lnTo>
                  <a:lnTo>
                    <a:pt x="154" y="86"/>
                  </a:lnTo>
                  <a:lnTo>
                    <a:pt x="156" y="98"/>
                  </a:lnTo>
                  <a:lnTo>
                    <a:pt x="160" y="120"/>
                  </a:lnTo>
                  <a:lnTo>
                    <a:pt x="165" y="138"/>
                  </a:lnTo>
                  <a:lnTo>
                    <a:pt x="165" y="139"/>
                  </a:lnTo>
                  <a:lnTo>
                    <a:pt x="165" y="139"/>
                  </a:lnTo>
                  <a:lnTo>
                    <a:pt x="158" y="144"/>
                  </a:lnTo>
                  <a:lnTo>
                    <a:pt x="154" y="151"/>
                  </a:lnTo>
                  <a:lnTo>
                    <a:pt x="152" y="156"/>
                  </a:lnTo>
                  <a:lnTo>
                    <a:pt x="151" y="162"/>
                  </a:lnTo>
                  <a:lnTo>
                    <a:pt x="149" y="170"/>
                  </a:lnTo>
                  <a:lnTo>
                    <a:pt x="148" y="176"/>
                  </a:lnTo>
                  <a:lnTo>
                    <a:pt x="149" y="184"/>
                  </a:lnTo>
                  <a:lnTo>
                    <a:pt x="149" y="190"/>
                  </a:lnTo>
                  <a:lnTo>
                    <a:pt x="152" y="195"/>
                  </a:lnTo>
                  <a:lnTo>
                    <a:pt x="153" y="201"/>
                  </a:lnTo>
                  <a:lnTo>
                    <a:pt x="156" y="206"/>
                  </a:lnTo>
                  <a:lnTo>
                    <a:pt x="160" y="210"/>
                  </a:lnTo>
                  <a:lnTo>
                    <a:pt x="162" y="213"/>
                  </a:lnTo>
                  <a:lnTo>
                    <a:pt x="167" y="216"/>
                  </a:lnTo>
                  <a:lnTo>
                    <a:pt x="167" y="226"/>
                  </a:lnTo>
                  <a:lnTo>
                    <a:pt x="169" y="237"/>
                  </a:lnTo>
                  <a:lnTo>
                    <a:pt x="171" y="246"/>
                  </a:lnTo>
                  <a:lnTo>
                    <a:pt x="174" y="255"/>
                  </a:lnTo>
                  <a:lnTo>
                    <a:pt x="180" y="271"/>
                  </a:lnTo>
                  <a:lnTo>
                    <a:pt x="188" y="285"/>
                  </a:lnTo>
                  <a:lnTo>
                    <a:pt x="196" y="297"/>
                  </a:lnTo>
                  <a:lnTo>
                    <a:pt x="203" y="306"/>
                  </a:lnTo>
                  <a:lnTo>
                    <a:pt x="211" y="314"/>
                  </a:lnTo>
                  <a:lnTo>
                    <a:pt x="216" y="319"/>
                  </a:lnTo>
                  <a:lnTo>
                    <a:pt x="216" y="364"/>
                  </a:lnTo>
                  <a:lnTo>
                    <a:pt x="201" y="369"/>
                  </a:lnTo>
                  <a:lnTo>
                    <a:pt x="185" y="375"/>
                  </a:lnTo>
                  <a:lnTo>
                    <a:pt x="171" y="380"/>
                  </a:lnTo>
                  <a:lnTo>
                    <a:pt x="156" y="384"/>
                  </a:lnTo>
                  <a:lnTo>
                    <a:pt x="130" y="393"/>
                  </a:lnTo>
                  <a:lnTo>
                    <a:pt x="106" y="401"/>
                  </a:lnTo>
                  <a:lnTo>
                    <a:pt x="84" y="410"/>
                  </a:lnTo>
                  <a:lnTo>
                    <a:pt x="63" y="419"/>
                  </a:lnTo>
                  <a:lnTo>
                    <a:pt x="47" y="428"/>
                  </a:lnTo>
                  <a:lnTo>
                    <a:pt x="32" y="438"/>
                  </a:lnTo>
                  <a:lnTo>
                    <a:pt x="26" y="443"/>
                  </a:lnTo>
                  <a:lnTo>
                    <a:pt x="22" y="448"/>
                  </a:lnTo>
                  <a:lnTo>
                    <a:pt x="18" y="455"/>
                  </a:lnTo>
                  <a:lnTo>
                    <a:pt x="16" y="460"/>
                  </a:lnTo>
                  <a:lnTo>
                    <a:pt x="11" y="479"/>
                  </a:lnTo>
                  <a:lnTo>
                    <a:pt x="7" y="499"/>
                  </a:lnTo>
                  <a:lnTo>
                    <a:pt x="4" y="520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8"/>
                  </a:lnTo>
                  <a:lnTo>
                    <a:pt x="0" y="594"/>
                  </a:lnTo>
                  <a:lnTo>
                    <a:pt x="3" y="597"/>
                  </a:lnTo>
                  <a:lnTo>
                    <a:pt x="7" y="600"/>
                  </a:lnTo>
                  <a:lnTo>
                    <a:pt x="12" y="601"/>
                  </a:lnTo>
                  <a:lnTo>
                    <a:pt x="442" y="601"/>
                  </a:lnTo>
                  <a:lnTo>
                    <a:pt x="535" y="5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Freeform 3670"/>
            <p:cNvSpPr/>
            <p:nvPr/>
          </p:nvSpPr>
          <p:spPr bwMode="auto">
            <a:xfrm>
              <a:off x="11196638" y="5032375"/>
              <a:ext cx="30162" cy="30163"/>
            </a:xfrm>
            <a:custGeom>
              <a:avLst/>
              <a:gdLst>
                <a:gd name="T0" fmla="*/ 22 w 76"/>
                <a:gd name="T1" fmla="*/ 0 h 77"/>
                <a:gd name="T2" fmla="*/ 0 w 76"/>
                <a:gd name="T3" fmla="*/ 77 h 77"/>
                <a:gd name="T4" fmla="*/ 76 w 76"/>
                <a:gd name="T5" fmla="*/ 55 h 77"/>
                <a:gd name="T6" fmla="*/ 22 w 76"/>
                <a:gd name="T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77">
                  <a:moveTo>
                    <a:pt x="22" y="0"/>
                  </a:moveTo>
                  <a:lnTo>
                    <a:pt x="0" y="77"/>
                  </a:lnTo>
                  <a:lnTo>
                    <a:pt x="76" y="55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Freeform 3671"/>
            <p:cNvSpPr/>
            <p:nvPr/>
          </p:nvSpPr>
          <p:spPr bwMode="auto">
            <a:xfrm>
              <a:off x="11266488" y="4949825"/>
              <a:ext cx="44450" cy="42863"/>
            </a:xfrm>
            <a:custGeom>
              <a:avLst/>
              <a:gdLst>
                <a:gd name="T0" fmla="*/ 0 w 109"/>
                <a:gd name="T1" fmla="*/ 42 h 108"/>
                <a:gd name="T2" fmla="*/ 66 w 109"/>
                <a:gd name="T3" fmla="*/ 108 h 108"/>
                <a:gd name="T4" fmla="*/ 109 w 109"/>
                <a:gd name="T5" fmla="*/ 64 h 108"/>
                <a:gd name="T6" fmla="*/ 44 w 109"/>
                <a:gd name="T7" fmla="*/ 0 h 108"/>
                <a:gd name="T8" fmla="*/ 0 w 109"/>
                <a:gd name="T9" fmla="*/ 4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08">
                  <a:moveTo>
                    <a:pt x="0" y="42"/>
                  </a:moveTo>
                  <a:lnTo>
                    <a:pt x="66" y="108"/>
                  </a:lnTo>
                  <a:lnTo>
                    <a:pt x="109" y="64"/>
                  </a:lnTo>
                  <a:lnTo>
                    <a:pt x="44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Freeform 3672"/>
            <p:cNvSpPr/>
            <p:nvPr/>
          </p:nvSpPr>
          <p:spPr bwMode="auto">
            <a:xfrm>
              <a:off x="11210925" y="4973638"/>
              <a:ext cx="74612" cy="74613"/>
            </a:xfrm>
            <a:custGeom>
              <a:avLst/>
              <a:gdLst>
                <a:gd name="T0" fmla="*/ 191 w 191"/>
                <a:gd name="T1" fmla="*/ 65 h 190"/>
                <a:gd name="T2" fmla="*/ 125 w 191"/>
                <a:gd name="T3" fmla="*/ 0 h 190"/>
                <a:gd name="T4" fmla="*/ 0 w 191"/>
                <a:gd name="T5" fmla="*/ 126 h 190"/>
                <a:gd name="T6" fmla="*/ 64 w 191"/>
                <a:gd name="T7" fmla="*/ 190 h 190"/>
                <a:gd name="T8" fmla="*/ 191 w 191"/>
                <a:gd name="T9" fmla="*/ 6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90">
                  <a:moveTo>
                    <a:pt x="191" y="65"/>
                  </a:moveTo>
                  <a:lnTo>
                    <a:pt x="125" y="0"/>
                  </a:lnTo>
                  <a:lnTo>
                    <a:pt x="0" y="126"/>
                  </a:lnTo>
                  <a:lnTo>
                    <a:pt x="64" y="190"/>
                  </a:lnTo>
                  <a:lnTo>
                    <a:pt x="191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4572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3" name="Picture 2" descr="A picture containing text, first-aid kit&#10;&#10;Description automatically generated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73616"/>
            <a:ext cx="1741943" cy="646454"/>
          </a:xfrm>
          <a:prstGeom prst="rect">
            <a:avLst/>
          </a:prstGeom>
        </p:spPr>
      </p:pic>
      <p:sp>
        <p:nvSpPr>
          <p:cNvPr id="20" name="Title 1"/>
          <p:cNvSpPr txBox="1"/>
          <p:nvPr/>
        </p:nvSpPr>
        <p:spPr>
          <a:xfrm>
            <a:off x="939801" y="466728"/>
            <a:ext cx="10515600" cy="1325563"/>
          </a:xfrm>
          <a:prstGeom prst="rect">
            <a:avLst/>
          </a:prstGeom>
        </p:spPr>
        <p:txBody>
          <a:bodyPr vert="horz" lIns="60960" tIns="30480" rIns="60960" bIns="30480" rtlCol="0" anchor="ctr">
            <a:norm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4400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br>
              <a:rPr lang="en-US" sz="4400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l-GR" sz="4400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Η ΟΜΑΔΑ</a:t>
            </a:r>
            <a:endParaRPr lang="en-US" sz="4400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Content Placeholder 22"/>
          <p:cNvGraphicFramePr>
            <a:graphicFrameLocks noChangeAspect="1"/>
          </p:cNvGraphicFramePr>
          <p:nvPr>
            <p:ph idx="1"/>
          </p:nvPr>
        </p:nvGraphicFramePr>
        <p:xfrm>
          <a:off x="5305425" y="2190750"/>
          <a:ext cx="1581150" cy="1756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2" imgW="952500" imgH="952500" progId="Paint.Picture">
                  <p:embed/>
                </p:oleObj>
              </mc:Choice>
              <mc:Fallback>
                <p:oleObj name="" r:id="rId2" imgW="952500" imgH="952500" progId="Paint.Picture">
                  <p:embed/>
                  <p:pic>
                    <p:nvPicPr>
                      <p:cNvPr id="0" name="Picture 2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05425" y="2190750"/>
                        <a:ext cx="1581150" cy="1756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l-GR" altLang="en-US"/>
              <a:t>Προβλήματα που δεν επιλύθηκαν ακόμη.</a:t>
            </a:r>
            <a:endParaRPr lang="el-G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l-GR" altLang="en-US"/>
              <a:t>Στην επικοινωνία μεταξύ των καθηγητών δεν μπόρεσα να ενεργοποιήσω την αποστολή μηνύματος από την εφαρμογή προς το </a:t>
            </a:r>
            <a:r>
              <a:rPr lang="en-US" altLang="el-GR"/>
              <a:t>gmail </a:t>
            </a:r>
            <a:r>
              <a:rPr lang="el-GR" altLang="el-GR"/>
              <a:t>και αντίστροφα.</a:t>
            </a:r>
            <a:endParaRPr lang="el-GR" altLang="el-GR"/>
          </a:p>
          <a:p>
            <a:r>
              <a:rPr lang="el-GR" altLang="el-GR"/>
              <a:t>Στα μαθήματα ξέχασα να εμφανίσω την ιστοσελίδα του κάθε μαθήματος με σκοπό την προώθηση προς την ιστοσελίδα του μαθήματος που βρίσκεται στο </a:t>
            </a:r>
            <a:r>
              <a:rPr lang="en-US" altLang="el-GR"/>
              <a:t>www.uom.gr.</a:t>
            </a:r>
            <a:endParaRPr lang="en-US" altLang="el-GR"/>
          </a:p>
          <a:p>
            <a:r>
              <a:rPr lang="el-GR" altLang="en-US"/>
              <a:t>Τόσο στις σελίδες των φοιτητικών θεμάτων όσο και στην εύρεση καριέρας δεν τις προχώρησα καθόλου επειδή δεν μπορώ να αντλήσω δεδομένα από άλλη ιστοσελίδα.</a:t>
            </a:r>
            <a:endParaRPr lang="el-G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4ABB47C6-BDD9-46A5-AB03-F9E684D4EB3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7"/>
          <p:cNvSpPr>
            <a:spLocks noGrp="1"/>
          </p:cNvSpPr>
          <p:nvPr>
            <p:ph type="title"/>
          </p:nvPr>
        </p:nvSpPr>
        <p:spPr>
          <a:xfrm>
            <a:off x="3251200" y="990600"/>
            <a:ext cx="8424936" cy="2852737"/>
          </a:xfrm>
        </p:spPr>
        <p:txBody>
          <a:bodyPr/>
          <a:lstStyle/>
          <a:p>
            <a:pPr algn="r"/>
            <a:r>
              <a:rPr lang="el-GR" sz="4800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Εύχομαι η επόμενη χρονιά να βρώ δουλειά και ευχαριστώ για την παρουσίαση μου.</a:t>
            </a:r>
            <a:endParaRPr lang="el-GR" sz="4800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8"/>
          <p:cNvSpPr txBox="1"/>
          <p:nvPr/>
        </p:nvSpPr>
        <p:spPr bwMode="auto">
          <a:xfrm>
            <a:off x="3251201" y="4374975"/>
            <a:ext cx="8424936" cy="1143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685800" indent="-182880" algn="l" rtl="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914400" indent="-182880" algn="l" rtl="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143000" indent="-182880" algn="l" rtl="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457200">
              <a:buClr>
                <a:srgbClr val="4472C4"/>
              </a:buClr>
              <a:buNone/>
            </a:pPr>
            <a:r>
              <a:rPr lang="el-GR" alt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Τηλέφωνο επικοινωνίας</a:t>
            </a:r>
            <a:r>
              <a:rPr lang="en-US" alt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6948105135</a:t>
            </a:r>
            <a:endParaRPr lang="en-US" altLang="en-US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defTabSz="457200">
              <a:buClr>
                <a:srgbClr val="4472C4"/>
              </a:buClr>
              <a:buNone/>
            </a:pPr>
            <a:r>
              <a:rPr lang="en-US" altLang="en-US" dirty="0">
                <a:solidFill>
                  <a:srgbClr val="CF1E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gmail:cappasalstefanos@gmail.com</a:t>
            </a:r>
            <a:endParaRPr lang="en-US" altLang="en-US" dirty="0">
              <a:solidFill>
                <a:srgbClr val="CF1E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_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1466</Words>
  <Application>WPS Presentation</Application>
  <PresentationFormat>Widescreen</PresentationFormat>
  <Paragraphs>38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SimSun</vt:lpstr>
      <vt:lpstr>Wingdings</vt:lpstr>
      <vt:lpstr>Arial Black</vt:lpstr>
      <vt:lpstr>Calibri</vt:lpstr>
      <vt:lpstr>Calibri</vt:lpstr>
      <vt:lpstr>Calibri Light</vt:lpstr>
      <vt:lpstr>Century Schoolbook</vt:lpstr>
      <vt:lpstr>Microsoft YaHei</vt:lpstr>
      <vt:lpstr/>
      <vt:lpstr>Arial Unicode MS</vt:lpstr>
      <vt:lpstr>Segoe Print</vt:lpstr>
      <vt:lpstr>1_Office Theme</vt:lpstr>
      <vt:lpstr>Custom Design</vt:lpstr>
      <vt:lpstr>Theme_3</vt:lpstr>
      <vt:lpstr>4_Office Theme</vt:lpstr>
      <vt:lpstr>Paint.Picture</vt:lpstr>
      <vt:lpstr>PowerPoint 演示文稿</vt:lpstr>
      <vt:lpstr>1. Όραμα/ Αποστολή Εταιρίας</vt:lpstr>
      <vt:lpstr>2. Προϊόν/ Υπηρεσία</vt:lpstr>
      <vt:lpstr>3. Ανταγωνιστικό Πλεονέκτημα (USP)</vt:lpstr>
      <vt:lpstr>PowerPoint 演示文稿</vt:lpstr>
      <vt:lpstr>PowerPoint 演示文稿</vt:lpstr>
      <vt:lpstr>Εύχομαι η επόμενη χρονιά να βρώ δουλειά και ευχαριστώ για την παρουσίαση μου.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User</cp:lastModifiedBy>
  <cp:revision>153</cp:revision>
  <dcterms:created xsi:type="dcterms:W3CDTF">2012-12-05T07:22:00Z</dcterms:created>
  <dcterms:modified xsi:type="dcterms:W3CDTF">2025-12-01T11:59:16Z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1033-10.2.0.7646</vt:lpwstr>
  </property>
</Properties>
</file>